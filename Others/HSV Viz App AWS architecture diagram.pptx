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96ED"/>
    <a:srgbClr val="ED7100"/>
    <a:srgbClr val="7AA116"/>
    <a:srgbClr val="46B1E1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2"/>
    <p:restoredTop sz="94783"/>
  </p:normalViewPr>
  <p:slideViewPr>
    <p:cSldViewPr snapToGrid="0" showGuides="1">
      <p:cViewPr varScale="1">
        <p:scale>
          <a:sx n="113" d="100"/>
          <a:sy n="113" d="100"/>
        </p:scale>
        <p:origin x="704" y="184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98D7A-C1E5-1540-8DA1-9B19D57EC84A}" type="datetimeFigureOut">
              <a:rPr lang="en-US" smtClean="0"/>
              <a:t>4/18/25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16402-7E26-5749-AFC4-6A63D4620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2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16402-7E26-5749-AFC4-6A63D46204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32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0647-D073-DBE5-E08F-52D0C9D3B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61BD07-1F08-A9C3-1C25-DC64D5BF6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20A1-27B7-9029-F7DD-CAC94633A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CCC49-0AAA-59BA-62C2-BD3C9476A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71C86-3A96-47B7-0442-4960977D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5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4D8E-7FAE-2A95-AB76-33B986A7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8FF5-F8B3-56CA-E3CF-DAE507618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69862-D2DA-B3E2-3807-AA26CD2CB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CC574-B153-B0E8-BD9F-2B0B3881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72607-CB14-B04E-2DCE-01DDBD4A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4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BF26D-7E11-E30F-C4B3-0A4513734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1ED3F-1206-169A-F4A1-478FBD800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4C282-E874-AED0-70A3-DDBD7F9BD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1FCFB-EF1A-ACC4-9660-6CAE16BD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A2AA7-6C73-D9DB-505D-36369480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17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D1F77-BCF3-71BF-19E8-FC5C59537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DAB64-B0C7-9353-851C-31B0AC1D5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397CA-EBA0-98AE-4659-E0705926E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FF2B9-1A35-A998-761C-0BFDAB4F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A25FC-AB64-D24C-0D92-347CDD9DF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356D3-9A40-3700-6EBE-7185A94C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32B8-7ADE-4408-5713-C1243FB7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212B6-35DE-65C3-5284-B242B44CA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E28D5-018A-4D3A-D304-AB1A44263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1AF17-3B59-4EEE-1D11-5702B7644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0B263-048B-D93A-41BF-369A03EA6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136AF-DA2C-8C91-5FDF-33B3EEB4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895A6-64FD-E2FE-C55E-72F988BD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A3233-E60E-2C0E-84AC-5AACCAE5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94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9536-A961-6B9D-11BD-7839B4A4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46E43D-F180-3014-22F9-DF58BCDB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D743E-75F5-E478-4816-1C169778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1CCE6-5515-8C0A-E6D1-11CBAC3C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4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2F12E-DB83-8394-8951-3C1CC7FA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5F70C-034F-A5E3-C8B4-79F3FCBAF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58765-AB36-757B-9CF2-58A2F3A0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5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4CA7-F67D-F787-986E-29EEBD14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5E44-6C66-B392-6B7E-19A3C92A3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846E9-9734-AAFD-0FED-777162738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4D33A-45D8-B845-0B22-F37557F2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766C8-EA2E-362D-922A-0012B59F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7B3BA-AC5D-59FA-EEAC-1B526733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3049-5687-C118-8F6C-4C5DEE0D3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B2A321-45E7-9F47-F167-69F857208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96BFF-EA08-45E1-CDCB-B19BAF660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68DDD-BC3C-59AF-12BE-C35FD27E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3EE91-C9EC-9B1C-10F2-F02916742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DA46B-0A24-5461-5EE9-6F580FB0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7AC4-65A5-0626-2CA2-1F541472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E9943-6E56-436C-59C3-88A50A292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D3EC2-C795-053E-59E5-EA920C293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F122C-9302-10AC-2D51-C9FBC6E7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70A98-A588-A87C-45E9-BDE77CEFB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7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65FDD1-F237-F061-4486-7B74F7CAA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F1E57-E42D-72D1-F159-72B43CF5E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C0093-A317-FFB3-D575-A561B8C99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7A792-0332-A7CC-8C0F-8437247F1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5702C-2856-77E7-EC6A-E5D406D2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8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3BEFFE-F169-D084-B9B0-D6511528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8D4E5-BBD9-E16D-FDAD-1A77FAD3E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58D0A-6A5B-2B7E-1E2B-0B2BA9300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8AAE0-9DD7-B54D-8B49-CDD2A48F2687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07FB3-4B53-028D-76D8-345A393A6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F1FD8-559E-478D-A0A9-4BABE78BF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EC33F-3B31-164C-BB7F-3A1B59056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2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sv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33.png"/><Relationship Id="rId7" Type="http://schemas.openxmlformats.org/officeDocument/2006/relationships/image" Target="../media/image16.png"/><Relationship Id="rId12" Type="http://schemas.openxmlformats.org/officeDocument/2006/relationships/image" Target="../media/image23.png"/><Relationship Id="rId17" Type="http://schemas.openxmlformats.org/officeDocument/2006/relationships/image" Target="../media/image29.png"/><Relationship Id="rId2" Type="http://schemas.openxmlformats.org/officeDocument/2006/relationships/image" Target="../media/image15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20.png"/><Relationship Id="rId24" Type="http://schemas.openxmlformats.org/officeDocument/2006/relationships/image" Target="../media/image35.png"/><Relationship Id="rId5" Type="http://schemas.openxmlformats.org/officeDocument/2006/relationships/image" Target="../media/image9.svg"/><Relationship Id="rId15" Type="http://schemas.openxmlformats.org/officeDocument/2006/relationships/image" Target="../media/image27.png"/><Relationship Id="rId23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31.png"/><Relationship Id="rId4" Type="http://schemas.openxmlformats.org/officeDocument/2006/relationships/image" Target="../media/image8.png"/><Relationship Id="rId9" Type="http://schemas.openxmlformats.org/officeDocument/2006/relationships/image" Target="../media/image18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iny (web framework) - Wikipedia">
            <a:extLst>
              <a:ext uri="{FF2B5EF4-FFF2-40B4-BE49-F238E27FC236}">
                <a16:creationId xmlns:a16="http://schemas.microsoft.com/office/drawing/2014/main" id="{07F14028-9CFE-7EAC-1C6E-38E3435B8A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4464" y="2033770"/>
            <a:ext cx="999772" cy="1152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QL database in Fabric - SQLBI">
            <a:extLst>
              <a:ext uri="{FF2B5EF4-FFF2-40B4-BE49-F238E27FC236}">
                <a16:creationId xmlns:a16="http://schemas.microsoft.com/office/drawing/2014/main" id="{50526262-3B25-0555-C587-C4B07059F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514" y="3717109"/>
            <a:ext cx="941672" cy="92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ard disk - Free computer icons">
            <a:extLst>
              <a:ext uri="{FF2B5EF4-FFF2-40B4-BE49-F238E27FC236}">
                <a16:creationId xmlns:a16="http://schemas.microsoft.com/office/drawing/2014/main" id="{6DC8E7D1-5137-9A47-4719-789DB05F3E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75" r="13001"/>
          <a:stretch/>
        </p:blipFill>
        <p:spPr bwMode="auto">
          <a:xfrm>
            <a:off x="10019180" y="2193080"/>
            <a:ext cx="628699" cy="85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553472-F0CA-12B3-976F-251CDF5F8BC7}"/>
              </a:ext>
            </a:extLst>
          </p:cNvPr>
          <p:cNvSpPr txBox="1"/>
          <p:nvPr/>
        </p:nvSpPr>
        <p:spPr>
          <a:xfrm>
            <a:off x="9212359" y="2249553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HDF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68AA8A-6810-9FF9-3492-30D992273046}"/>
              </a:ext>
            </a:extLst>
          </p:cNvPr>
          <p:cNvCxnSpPr>
            <a:cxnSpLocks/>
            <a:stCxn id="1026" idx="3"/>
            <a:endCxn id="1032" idx="1"/>
          </p:cNvCxnSpPr>
          <p:nvPr/>
        </p:nvCxnSpPr>
        <p:spPr>
          <a:xfrm>
            <a:off x="9034236" y="2610194"/>
            <a:ext cx="984944" cy="86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8B8D5E-9F06-DB66-FFC5-403E7097E5DB}"/>
              </a:ext>
            </a:extLst>
          </p:cNvPr>
          <p:cNvCxnSpPr>
            <a:cxnSpLocks/>
            <a:stCxn id="1026" idx="2"/>
            <a:endCxn id="1030" idx="0"/>
          </p:cNvCxnSpPr>
          <p:nvPr/>
        </p:nvCxnSpPr>
        <p:spPr>
          <a:xfrm>
            <a:off x="8534350" y="3186617"/>
            <a:ext cx="0" cy="5304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34" name="Picture 10" descr="User Icon Vector Art, Icons, and Graphics for Free Download">
            <a:extLst>
              <a:ext uri="{FF2B5EF4-FFF2-40B4-BE49-F238E27FC236}">
                <a16:creationId xmlns:a16="http://schemas.microsoft.com/office/drawing/2014/main" id="{2E4C0E9E-EF05-EC9D-CCAB-636E698E4F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5" t="10278" r="10125" b="10166"/>
          <a:stretch/>
        </p:blipFill>
        <p:spPr bwMode="auto">
          <a:xfrm>
            <a:off x="5817454" y="3728311"/>
            <a:ext cx="91663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A1BFD7-D078-A2C1-48C5-05C72565B03E}"/>
              </a:ext>
            </a:extLst>
          </p:cNvPr>
          <p:cNvCxnSpPr>
            <a:cxnSpLocks/>
            <a:stCxn id="1034" idx="3"/>
            <a:endCxn id="1030" idx="1"/>
          </p:cNvCxnSpPr>
          <p:nvPr/>
        </p:nvCxnSpPr>
        <p:spPr>
          <a:xfrm flipV="1">
            <a:off x="6734089" y="4179910"/>
            <a:ext cx="1329425" cy="56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A1BA54C-BD64-A215-1516-182D65AAB3C4}"/>
              </a:ext>
            </a:extLst>
          </p:cNvPr>
          <p:cNvSpPr txBox="1"/>
          <p:nvPr/>
        </p:nvSpPr>
        <p:spPr>
          <a:xfrm>
            <a:off x="6802291" y="3856744"/>
            <a:ext cx="1193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Login</a:t>
            </a:r>
          </a:p>
          <a:p>
            <a:pPr algn="ctr"/>
            <a:r>
              <a:rPr lang="en-US" dirty="0"/>
              <a:t>credential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18391C-2325-4D77-1AC9-1E1107B03E7D}"/>
              </a:ext>
            </a:extLst>
          </p:cNvPr>
          <p:cNvSpPr txBox="1"/>
          <p:nvPr/>
        </p:nvSpPr>
        <p:spPr>
          <a:xfrm>
            <a:off x="8536631" y="3285309"/>
            <a:ext cx="995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Retrieve</a:t>
            </a:r>
          </a:p>
        </p:txBody>
      </p:sp>
      <p:pic>
        <p:nvPicPr>
          <p:cNvPr id="1036" name="Picture 12" descr="docker icon&quot; Icon - Download for free – Iconduck">
            <a:extLst>
              <a:ext uri="{FF2B5EF4-FFF2-40B4-BE49-F238E27FC236}">
                <a16:creationId xmlns:a16="http://schemas.microsoft.com/office/drawing/2014/main" id="{FDF0FAA0-FF27-B2C3-66F9-D07E2838E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205" y="1925021"/>
            <a:ext cx="934861" cy="67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47A56D9-452D-CAA4-4049-A94BB949D4A2}"/>
              </a:ext>
            </a:extLst>
          </p:cNvPr>
          <p:cNvSpPr/>
          <p:nvPr/>
        </p:nvSpPr>
        <p:spPr>
          <a:xfrm>
            <a:off x="5577840" y="1881052"/>
            <a:ext cx="5355772" cy="3004458"/>
          </a:xfrm>
          <a:prstGeom prst="rect">
            <a:avLst/>
          </a:prstGeom>
          <a:noFill/>
          <a:ln w="28575">
            <a:solidFill>
              <a:srgbClr val="2396E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Picture 14" descr="AWS Cloud Resource | EC2">
            <a:extLst>
              <a:ext uri="{FF2B5EF4-FFF2-40B4-BE49-F238E27FC236}">
                <a16:creationId xmlns:a16="http://schemas.microsoft.com/office/drawing/2014/main" id="{F18C653D-17A5-22B1-D8C7-03F9A7C25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197" y="2873570"/>
            <a:ext cx="926502" cy="92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E0F7D87-D74B-B248-6DFD-B4802F927E65}"/>
              </a:ext>
            </a:extLst>
          </p:cNvPr>
          <p:cNvSpPr txBox="1"/>
          <p:nvPr/>
        </p:nvSpPr>
        <p:spPr>
          <a:xfrm>
            <a:off x="3006251" y="3155969"/>
            <a:ext cx="594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EC2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A0EAB5-6884-4C5E-DC4A-E7DDFC472E37}"/>
              </a:ext>
            </a:extLst>
          </p:cNvPr>
          <p:cNvCxnSpPr>
            <a:cxnSpLocks/>
          </p:cNvCxnSpPr>
          <p:nvPr/>
        </p:nvCxnSpPr>
        <p:spPr>
          <a:xfrm flipH="1">
            <a:off x="3844498" y="1881051"/>
            <a:ext cx="1733342" cy="957613"/>
          </a:xfrm>
          <a:prstGeom prst="line">
            <a:avLst/>
          </a:prstGeom>
          <a:ln w="28575">
            <a:solidFill>
              <a:srgbClr val="2396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42F624-A790-F9A3-68B1-26087EBCBB05}"/>
              </a:ext>
            </a:extLst>
          </p:cNvPr>
          <p:cNvCxnSpPr>
            <a:cxnSpLocks/>
          </p:cNvCxnSpPr>
          <p:nvPr/>
        </p:nvCxnSpPr>
        <p:spPr>
          <a:xfrm flipH="1" flipV="1">
            <a:off x="3844498" y="4218916"/>
            <a:ext cx="1717664" cy="666594"/>
          </a:xfrm>
          <a:prstGeom prst="line">
            <a:avLst/>
          </a:prstGeom>
          <a:ln w="28575">
            <a:solidFill>
              <a:srgbClr val="2396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F5B180C-B996-330A-7CC0-A84988A8CA91}"/>
              </a:ext>
            </a:extLst>
          </p:cNvPr>
          <p:cNvSpPr txBox="1"/>
          <p:nvPr/>
        </p:nvSpPr>
        <p:spPr>
          <a:xfrm>
            <a:off x="0" y="32011"/>
            <a:ext cx="5348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HSV Dashboard App, architecture, ver1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45BD78-788D-72D5-80AF-54786F79624C}"/>
              </a:ext>
            </a:extLst>
          </p:cNvPr>
          <p:cNvSpPr txBox="1"/>
          <p:nvPr/>
        </p:nvSpPr>
        <p:spPr>
          <a:xfrm>
            <a:off x="7256651" y="2295719"/>
            <a:ext cx="747320" cy="64633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AWS</a:t>
            </a:r>
          </a:p>
          <a:p>
            <a:pPr algn="ctr"/>
            <a:r>
              <a:rPr lang="en-US" dirty="0"/>
              <a:t>Email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4C0425-E6E1-BAA4-3710-E53EEA36133B}"/>
              </a:ext>
            </a:extLst>
          </p:cNvPr>
          <p:cNvSpPr/>
          <p:nvPr/>
        </p:nvSpPr>
        <p:spPr>
          <a:xfrm>
            <a:off x="2769324" y="2756578"/>
            <a:ext cx="1075174" cy="14972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A96360-8E2F-BCE8-0DE2-83C4163A48C8}"/>
              </a:ext>
            </a:extLst>
          </p:cNvPr>
          <p:cNvSpPr txBox="1"/>
          <p:nvPr/>
        </p:nvSpPr>
        <p:spPr>
          <a:xfrm>
            <a:off x="2895198" y="3757251"/>
            <a:ext cx="809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22844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4DCE34F-F230-D142-203A-92FD3F531EAC}"/>
              </a:ext>
            </a:extLst>
          </p:cNvPr>
          <p:cNvGrpSpPr/>
          <p:nvPr/>
        </p:nvGrpSpPr>
        <p:grpSpPr>
          <a:xfrm>
            <a:off x="5088910" y="4678945"/>
            <a:ext cx="2144887" cy="1728336"/>
            <a:chOff x="7301312" y="544562"/>
            <a:chExt cx="2299751" cy="18288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E78FBA9-6844-C193-7D7E-6D1AC846F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1312" y="544562"/>
              <a:ext cx="365760" cy="36576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663BCCE-6C15-4BFB-1107-25BE77CECCB1}"/>
                </a:ext>
              </a:extLst>
            </p:cNvPr>
            <p:cNvSpPr/>
            <p:nvPr/>
          </p:nvSpPr>
          <p:spPr>
            <a:xfrm>
              <a:off x="7315063" y="544563"/>
              <a:ext cx="2286000" cy="1828800"/>
            </a:xfrm>
            <a:prstGeom prst="rect">
              <a:avLst/>
            </a:prstGeom>
            <a:solidFill>
              <a:srgbClr val="7AA116">
                <a:alpha val="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51F7BF-B95D-403F-3A48-F9E1FBADA996}"/>
                </a:ext>
              </a:extLst>
            </p:cNvPr>
            <p:cNvSpPr txBox="1"/>
            <p:nvPr/>
          </p:nvSpPr>
          <p:spPr>
            <a:xfrm>
              <a:off x="7667072" y="558165"/>
              <a:ext cx="14127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Public Subnet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612162-12C7-6049-83D8-3E43D8633718}"/>
              </a:ext>
            </a:extLst>
          </p:cNvPr>
          <p:cNvGrpSpPr/>
          <p:nvPr/>
        </p:nvGrpSpPr>
        <p:grpSpPr>
          <a:xfrm>
            <a:off x="7497917" y="4678945"/>
            <a:ext cx="4202175" cy="1728335"/>
            <a:chOff x="7301310" y="3591317"/>
            <a:chExt cx="4505579" cy="1828800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BA179CC8-C25C-0DA8-3444-650E00822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15064" y="3591317"/>
              <a:ext cx="365760" cy="36576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485EF2-2239-0F3A-40B0-D62176869FA0}"/>
                </a:ext>
              </a:extLst>
            </p:cNvPr>
            <p:cNvSpPr/>
            <p:nvPr/>
          </p:nvSpPr>
          <p:spPr>
            <a:xfrm>
              <a:off x="7301310" y="3591317"/>
              <a:ext cx="4505579" cy="1828800"/>
            </a:xfrm>
            <a:prstGeom prst="rect">
              <a:avLst/>
            </a:prstGeom>
            <a:solidFill>
              <a:srgbClr val="46B1E1">
                <a:alpha val="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7115F4-9919-3AC0-15A2-157830B316C6}"/>
                </a:ext>
              </a:extLst>
            </p:cNvPr>
            <p:cNvSpPr txBox="1"/>
            <p:nvPr/>
          </p:nvSpPr>
          <p:spPr>
            <a:xfrm>
              <a:off x="7694577" y="3591317"/>
              <a:ext cx="14663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Private Subnet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1988307-3AF0-0830-44FE-E8EB6A1EC76F}"/>
              </a:ext>
            </a:extLst>
          </p:cNvPr>
          <p:cNvGrpSpPr/>
          <p:nvPr/>
        </p:nvGrpSpPr>
        <p:grpSpPr>
          <a:xfrm>
            <a:off x="5795369" y="5047272"/>
            <a:ext cx="612614" cy="662247"/>
            <a:chOff x="5931423" y="4935579"/>
            <a:chExt cx="656846" cy="70074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52D7DED-191E-8E7C-C20C-6CB33FE2A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76966" y="4935579"/>
              <a:ext cx="365760" cy="36576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CF36152-8D17-3988-9225-C548DC57C3FE}"/>
                </a:ext>
              </a:extLst>
            </p:cNvPr>
            <p:cNvSpPr txBox="1"/>
            <p:nvPr/>
          </p:nvSpPr>
          <p:spPr>
            <a:xfrm>
              <a:off x="5931423" y="5297767"/>
              <a:ext cx="6568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NGW</a:t>
              </a:r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DF97F28-B7CD-8036-528E-1870C146E1DF}"/>
              </a:ext>
            </a:extLst>
          </p:cNvPr>
          <p:cNvGrpSpPr/>
          <p:nvPr/>
        </p:nvGrpSpPr>
        <p:grpSpPr>
          <a:xfrm>
            <a:off x="8399406" y="5011756"/>
            <a:ext cx="596977" cy="604917"/>
            <a:chOff x="9684018" y="4556216"/>
            <a:chExt cx="640080" cy="64008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08EB4D6-1A1E-12F3-FDB5-945A73E79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84018" y="4556216"/>
              <a:ext cx="640080" cy="64008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ABA71D-A20E-CFB1-7B80-664C2B70836E}"/>
                </a:ext>
              </a:extLst>
            </p:cNvPr>
            <p:cNvSpPr txBox="1"/>
            <p:nvPr/>
          </p:nvSpPr>
          <p:spPr>
            <a:xfrm>
              <a:off x="9729977" y="4706979"/>
              <a:ext cx="5481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EC2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E10FF18-268E-F860-A1BC-FE22A453B083}"/>
              </a:ext>
            </a:extLst>
          </p:cNvPr>
          <p:cNvGrpSpPr/>
          <p:nvPr/>
        </p:nvGrpSpPr>
        <p:grpSpPr>
          <a:xfrm>
            <a:off x="8145587" y="5639969"/>
            <a:ext cx="1104618" cy="576112"/>
            <a:chOff x="9545949" y="5220946"/>
            <a:chExt cx="1184373" cy="60960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23712D2-B16D-2DF6-7E3A-1B28DED760A0}"/>
                </a:ext>
              </a:extLst>
            </p:cNvPr>
            <p:cNvSpPr txBox="1"/>
            <p:nvPr/>
          </p:nvSpPr>
          <p:spPr>
            <a:xfrm>
              <a:off x="10155549" y="5233359"/>
              <a:ext cx="5747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ECS</a:t>
              </a:r>
            </a:p>
            <a:p>
              <a:r>
                <a:rPr lang="en-US" sz="1600" dirty="0"/>
                <a:t>Task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ABA7EC0-57B2-D261-AE70-3186CE587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45949" y="5220946"/>
              <a:ext cx="609600" cy="609600"/>
            </a:xfrm>
            <a:prstGeom prst="rect">
              <a:avLst/>
            </a:pr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B966F6D-496A-1B2B-DC15-835D3FC0ACE2}"/>
              </a:ext>
            </a:extLst>
          </p:cNvPr>
          <p:cNvSpPr/>
          <p:nvPr/>
        </p:nvSpPr>
        <p:spPr>
          <a:xfrm>
            <a:off x="7949343" y="4998900"/>
            <a:ext cx="1497105" cy="1303020"/>
          </a:xfrm>
          <a:prstGeom prst="rect">
            <a:avLst/>
          </a:prstGeom>
          <a:noFill/>
          <a:ln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4363282-C564-6ABD-6E39-8D0D525BE85F}"/>
              </a:ext>
            </a:extLst>
          </p:cNvPr>
          <p:cNvGrpSpPr/>
          <p:nvPr/>
        </p:nvGrpSpPr>
        <p:grpSpPr>
          <a:xfrm>
            <a:off x="4990245" y="4205440"/>
            <a:ext cx="2332560" cy="2309204"/>
            <a:chOff x="6158575" y="3703030"/>
            <a:chExt cx="2500975" cy="2443434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D2B7689-8C6A-097C-16AE-60E8EB9CD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26182" y="3769955"/>
              <a:ext cx="365760" cy="36576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EBD661-BB7D-A8B7-00C2-E62774C2D8FC}"/>
                </a:ext>
              </a:extLst>
            </p:cNvPr>
            <p:cNvSpPr txBox="1"/>
            <p:nvPr/>
          </p:nvSpPr>
          <p:spPr>
            <a:xfrm>
              <a:off x="7484489" y="3703030"/>
              <a:ext cx="6903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NACL</a:t>
              </a:r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43E0D5F-D16D-A9CB-E4BB-96A7A1DBE26B}"/>
                </a:ext>
              </a:extLst>
            </p:cNvPr>
            <p:cNvSpPr/>
            <p:nvPr/>
          </p:nvSpPr>
          <p:spPr>
            <a:xfrm>
              <a:off x="6158575" y="3966438"/>
              <a:ext cx="2500975" cy="2180026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E12EBC7-3AAE-A3C7-A462-2ACBD5CFFB6E}"/>
              </a:ext>
            </a:extLst>
          </p:cNvPr>
          <p:cNvGrpSpPr/>
          <p:nvPr/>
        </p:nvGrpSpPr>
        <p:grpSpPr>
          <a:xfrm>
            <a:off x="7406674" y="4205440"/>
            <a:ext cx="4373578" cy="2309204"/>
            <a:chOff x="6158575" y="3703030"/>
            <a:chExt cx="4689358" cy="2443434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33B2E1E-5291-7910-448C-7E2F9D016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26182" y="3769955"/>
              <a:ext cx="365760" cy="36576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A72E85E-80E0-04C1-540B-39A65BF0D30C}"/>
                </a:ext>
              </a:extLst>
            </p:cNvPr>
            <p:cNvSpPr txBox="1"/>
            <p:nvPr/>
          </p:nvSpPr>
          <p:spPr>
            <a:xfrm>
              <a:off x="7484489" y="3703030"/>
              <a:ext cx="6903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NACL</a:t>
              </a:r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DC98396-F9C0-78F6-C2AD-8454192BB4FD}"/>
                </a:ext>
              </a:extLst>
            </p:cNvPr>
            <p:cNvSpPr/>
            <p:nvPr/>
          </p:nvSpPr>
          <p:spPr>
            <a:xfrm>
              <a:off x="6158575" y="3966438"/>
              <a:ext cx="4689358" cy="2180026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068778B-D76A-BE34-4B18-70465D06649F}"/>
              </a:ext>
            </a:extLst>
          </p:cNvPr>
          <p:cNvGrpSpPr/>
          <p:nvPr/>
        </p:nvGrpSpPr>
        <p:grpSpPr>
          <a:xfrm>
            <a:off x="4295066" y="2384316"/>
            <a:ext cx="489183" cy="668231"/>
            <a:chOff x="4980107" y="3151655"/>
            <a:chExt cx="524503" cy="707074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079B177-5AA4-C35F-4FF5-5111EAC66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59478" y="3151655"/>
              <a:ext cx="365760" cy="36576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26610D-11CE-A615-8B71-BBDE3D04AEF5}"/>
                </a:ext>
              </a:extLst>
            </p:cNvPr>
            <p:cNvSpPr txBox="1"/>
            <p:nvPr/>
          </p:nvSpPr>
          <p:spPr>
            <a:xfrm>
              <a:off x="4980107" y="3520175"/>
              <a:ext cx="5245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ELB</a:t>
              </a:r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500F663-B0D6-8C46-F97F-5E83CC20E26A}"/>
              </a:ext>
            </a:extLst>
          </p:cNvPr>
          <p:cNvGrpSpPr/>
          <p:nvPr/>
        </p:nvGrpSpPr>
        <p:grpSpPr>
          <a:xfrm>
            <a:off x="3817866" y="4317508"/>
            <a:ext cx="727435" cy="659195"/>
            <a:chOff x="5625087" y="3111993"/>
            <a:chExt cx="779957" cy="697513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6CBC995-BE8F-4BFF-63F8-6287AE8AF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32185" y="3111993"/>
              <a:ext cx="365760" cy="36576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9B699BA-D12E-5AA7-9F7B-8A101DC4787F}"/>
                </a:ext>
              </a:extLst>
            </p:cNvPr>
            <p:cNvSpPr txBox="1"/>
            <p:nvPr/>
          </p:nvSpPr>
          <p:spPr>
            <a:xfrm>
              <a:off x="5625087" y="3470952"/>
              <a:ext cx="779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Router</a:t>
              </a:r>
              <a:endParaRPr lang="en-US" dirty="0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41C80F6-827F-F1C1-320D-A90E5241640B}"/>
              </a:ext>
            </a:extLst>
          </p:cNvPr>
          <p:cNvCxnSpPr/>
          <p:nvPr/>
        </p:nvCxnSpPr>
        <p:spPr>
          <a:xfrm flipH="1">
            <a:off x="6272241" y="5220105"/>
            <a:ext cx="16771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BFEDD2F3-2DC9-6A39-5786-91D0CDF02844}"/>
              </a:ext>
            </a:extLst>
          </p:cNvPr>
          <p:cNvCxnSpPr>
            <a:stCxn id="20" idx="1"/>
            <a:endCxn id="42" idx="2"/>
          </p:cNvCxnSpPr>
          <p:nvPr/>
        </p:nvCxnSpPr>
        <p:spPr>
          <a:xfrm rot="10800000">
            <a:off x="4181585" y="4976704"/>
            <a:ext cx="1749527" cy="2434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4C5C5480-35A4-66DC-EDB5-E852768D8525}"/>
              </a:ext>
            </a:extLst>
          </p:cNvPr>
          <p:cNvCxnSpPr>
            <a:cxnSpLocks/>
            <a:stCxn id="41" idx="2"/>
            <a:endCxn id="27" idx="1"/>
          </p:cNvCxnSpPr>
          <p:nvPr/>
        </p:nvCxnSpPr>
        <p:spPr>
          <a:xfrm rot="16200000" flipH="1">
            <a:off x="4945569" y="2646635"/>
            <a:ext cx="2597863" cy="3409685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3AE5D7C9-E30A-BF8E-D9A0-DE9F7505BA56}"/>
              </a:ext>
            </a:extLst>
          </p:cNvPr>
          <p:cNvSpPr/>
          <p:nvPr/>
        </p:nvSpPr>
        <p:spPr>
          <a:xfrm>
            <a:off x="4931883" y="4123225"/>
            <a:ext cx="7024057" cy="24843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1C879A-3271-9303-73DE-0C4909C1DC3B}"/>
              </a:ext>
            </a:extLst>
          </p:cNvPr>
          <p:cNvSpPr txBox="1"/>
          <p:nvPr/>
        </p:nvSpPr>
        <p:spPr>
          <a:xfrm>
            <a:off x="4892171" y="4110400"/>
            <a:ext cx="525064" cy="349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E2F6FF4-55E4-5A31-3198-910E9918B566}"/>
              </a:ext>
            </a:extLst>
          </p:cNvPr>
          <p:cNvSpPr/>
          <p:nvPr/>
        </p:nvSpPr>
        <p:spPr>
          <a:xfrm>
            <a:off x="3643174" y="532530"/>
            <a:ext cx="8422701" cy="621252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9E7AA93-2C92-F452-167D-271218490BD1}"/>
              </a:ext>
            </a:extLst>
          </p:cNvPr>
          <p:cNvGrpSpPr/>
          <p:nvPr/>
        </p:nvGrpSpPr>
        <p:grpSpPr>
          <a:xfrm>
            <a:off x="5110324" y="1193025"/>
            <a:ext cx="2144887" cy="1728336"/>
            <a:chOff x="7301312" y="544562"/>
            <a:chExt cx="2299751" cy="182880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7573D0AB-DAAF-F845-5235-BA7F86233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1312" y="544562"/>
              <a:ext cx="365760" cy="365760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0E0C2C5-A957-BA98-A24B-BD5010112CF8}"/>
                </a:ext>
              </a:extLst>
            </p:cNvPr>
            <p:cNvSpPr/>
            <p:nvPr/>
          </p:nvSpPr>
          <p:spPr>
            <a:xfrm>
              <a:off x="7315063" y="544563"/>
              <a:ext cx="2286000" cy="1828800"/>
            </a:xfrm>
            <a:prstGeom prst="rect">
              <a:avLst/>
            </a:prstGeom>
            <a:solidFill>
              <a:srgbClr val="7AA116">
                <a:alpha val="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CE589E9-DAA3-5B59-02F3-4BBA7B8230E6}"/>
                </a:ext>
              </a:extLst>
            </p:cNvPr>
            <p:cNvSpPr txBox="1"/>
            <p:nvPr/>
          </p:nvSpPr>
          <p:spPr>
            <a:xfrm>
              <a:off x="7667072" y="558165"/>
              <a:ext cx="14127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Public Subnet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5063B23-6186-215C-8A78-A6E4E2336257}"/>
              </a:ext>
            </a:extLst>
          </p:cNvPr>
          <p:cNvGrpSpPr/>
          <p:nvPr/>
        </p:nvGrpSpPr>
        <p:grpSpPr>
          <a:xfrm>
            <a:off x="7519332" y="1193025"/>
            <a:ext cx="4180760" cy="1728335"/>
            <a:chOff x="7301311" y="3591317"/>
            <a:chExt cx="4482618" cy="1828800"/>
          </a:xfrm>
        </p:grpSpPr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C5AF1028-09E1-0C68-DA30-257ECD615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15064" y="3591317"/>
              <a:ext cx="365760" cy="365760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7EB64A4-B446-79F8-F2D2-EC0E6CF6DF05}"/>
                </a:ext>
              </a:extLst>
            </p:cNvPr>
            <p:cNvSpPr/>
            <p:nvPr/>
          </p:nvSpPr>
          <p:spPr>
            <a:xfrm>
              <a:off x="7301311" y="3591317"/>
              <a:ext cx="4482618" cy="1828800"/>
            </a:xfrm>
            <a:prstGeom prst="rect">
              <a:avLst/>
            </a:prstGeom>
            <a:solidFill>
              <a:srgbClr val="46B1E1">
                <a:alpha val="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FF5D32A-6B49-D262-9546-8F2B883A42C8}"/>
                </a:ext>
              </a:extLst>
            </p:cNvPr>
            <p:cNvSpPr txBox="1"/>
            <p:nvPr/>
          </p:nvSpPr>
          <p:spPr>
            <a:xfrm>
              <a:off x="7694577" y="3591317"/>
              <a:ext cx="14663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Private Subnet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8C6A80C-2CA7-9DDC-22F5-C1F3A2938B1E}"/>
              </a:ext>
            </a:extLst>
          </p:cNvPr>
          <p:cNvGrpSpPr/>
          <p:nvPr/>
        </p:nvGrpSpPr>
        <p:grpSpPr>
          <a:xfrm>
            <a:off x="5816783" y="1561352"/>
            <a:ext cx="612614" cy="662247"/>
            <a:chOff x="5931423" y="4935579"/>
            <a:chExt cx="656846" cy="700742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5178C31D-740A-9C54-768E-55EA8A010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76966" y="4935579"/>
              <a:ext cx="365760" cy="36576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B89A054-90C7-BD13-758D-F005F9254EAB}"/>
                </a:ext>
              </a:extLst>
            </p:cNvPr>
            <p:cNvSpPr txBox="1"/>
            <p:nvPr/>
          </p:nvSpPr>
          <p:spPr>
            <a:xfrm>
              <a:off x="5931423" y="5297767"/>
              <a:ext cx="6568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NGW</a:t>
              </a:r>
              <a:endParaRPr lang="en-US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C6D9042-9BB1-8552-B474-2E1A65A52838}"/>
              </a:ext>
            </a:extLst>
          </p:cNvPr>
          <p:cNvGrpSpPr/>
          <p:nvPr/>
        </p:nvGrpSpPr>
        <p:grpSpPr>
          <a:xfrm>
            <a:off x="8420820" y="1525837"/>
            <a:ext cx="596977" cy="604917"/>
            <a:chOff x="9684018" y="4556216"/>
            <a:chExt cx="640080" cy="640080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9D5352AE-938D-0AE2-4478-7872B19C4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84018" y="4556216"/>
              <a:ext cx="640080" cy="640080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7D67470-940D-C828-5B09-80D530967EAA}"/>
                </a:ext>
              </a:extLst>
            </p:cNvPr>
            <p:cNvSpPr txBox="1"/>
            <p:nvPr/>
          </p:nvSpPr>
          <p:spPr>
            <a:xfrm>
              <a:off x="9729977" y="4706979"/>
              <a:ext cx="5481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EC2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DA6ADEC-8780-CBBD-DB79-B47FF524C88B}"/>
              </a:ext>
            </a:extLst>
          </p:cNvPr>
          <p:cNvGrpSpPr/>
          <p:nvPr/>
        </p:nvGrpSpPr>
        <p:grpSpPr>
          <a:xfrm>
            <a:off x="8167000" y="2154050"/>
            <a:ext cx="1104618" cy="576112"/>
            <a:chOff x="9545949" y="5220946"/>
            <a:chExt cx="1184373" cy="609600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0E61F64-DDF1-55CB-E662-25495105A3AF}"/>
                </a:ext>
              </a:extLst>
            </p:cNvPr>
            <p:cNvSpPr txBox="1"/>
            <p:nvPr/>
          </p:nvSpPr>
          <p:spPr>
            <a:xfrm>
              <a:off x="10155549" y="5233359"/>
              <a:ext cx="5747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ECS</a:t>
              </a:r>
            </a:p>
            <a:p>
              <a:r>
                <a:rPr lang="en-US" sz="1600" dirty="0"/>
                <a:t>Task</a:t>
              </a:r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4441550D-97A0-74CF-9452-6831E60E2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45949" y="5220946"/>
              <a:ext cx="609600" cy="609600"/>
            </a:xfrm>
            <a:prstGeom prst="rect">
              <a:avLst/>
            </a:prstGeom>
          </p:spPr>
        </p:pic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1C91DA1E-61C7-7FBF-C792-642C4835AA22}"/>
              </a:ext>
            </a:extLst>
          </p:cNvPr>
          <p:cNvSpPr/>
          <p:nvPr/>
        </p:nvSpPr>
        <p:spPr>
          <a:xfrm>
            <a:off x="7970757" y="1512981"/>
            <a:ext cx="1497105" cy="1303020"/>
          </a:xfrm>
          <a:prstGeom prst="rect">
            <a:avLst/>
          </a:prstGeom>
          <a:noFill/>
          <a:ln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4E9A6B9-6295-277E-2A70-23A4CE6DA1F0}"/>
              </a:ext>
            </a:extLst>
          </p:cNvPr>
          <p:cNvGrpSpPr/>
          <p:nvPr/>
        </p:nvGrpSpPr>
        <p:grpSpPr>
          <a:xfrm>
            <a:off x="5011658" y="719520"/>
            <a:ext cx="2332560" cy="2309204"/>
            <a:chOff x="6158575" y="3703030"/>
            <a:chExt cx="2500975" cy="2443434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C761292-B788-63DE-D179-D1C6DDD9E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26182" y="3769955"/>
              <a:ext cx="365760" cy="365760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37B6618-FCD1-2303-9BB2-CADB634A83A7}"/>
                </a:ext>
              </a:extLst>
            </p:cNvPr>
            <p:cNvSpPr txBox="1"/>
            <p:nvPr/>
          </p:nvSpPr>
          <p:spPr>
            <a:xfrm>
              <a:off x="7484489" y="3703030"/>
              <a:ext cx="6903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NACL</a:t>
              </a:r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112BFCF-6FD2-77F2-BC6D-50711AA5F61A}"/>
                </a:ext>
              </a:extLst>
            </p:cNvPr>
            <p:cNvSpPr/>
            <p:nvPr/>
          </p:nvSpPr>
          <p:spPr>
            <a:xfrm>
              <a:off x="6158575" y="3966438"/>
              <a:ext cx="2500975" cy="2180026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D181EBF-9739-4279-2801-3ACFFC8E2E5C}"/>
              </a:ext>
            </a:extLst>
          </p:cNvPr>
          <p:cNvGrpSpPr/>
          <p:nvPr/>
        </p:nvGrpSpPr>
        <p:grpSpPr>
          <a:xfrm>
            <a:off x="7428088" y="719520"/>
            <a:ext cx="4352164" cy="2309204"/>
            <a:chOff x="6158575" y="3703030"/>
            <a:chExt cx="4666398" cy="2443434"/>
          </a:xfrm>
        </p:grpSpPr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14E2E54-18E5-52C4-E4A5-858F36016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26182" y="3769955"/>
              <a:ext cx="365760" cy="365760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70713D0-3F42-25E4-1BE7-94C9A366DB2E}"/>
                </a:ext>
              </a:extLst>
            </p:cNvPr>
            <p:cNvSpPr txBox="1"/>
            <p:nvPr/>
          </p:nvSpPr>
          <p:spPr>
            <a:xfrm>
              <a:off x="7484489" y="3703030"/>
              <a:ext cx="6903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NACL</a:t>
              </a:r>
              <a:endParaRPr lang="en-US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B9261BD-7A7C-855D-E15E-66A5F1EEB43E}"/>
                </a:ext>
              </a:extLst>
            </p:cNvPr>
            <p:cNvSpPr/>
            <p:nvPr/>
          </p:nvSpPr>
          <p:spPr>
            <a:xfrm>
              <a:off x="6158575" y="3966438"/>
              <a:ext cx="4666398" cy="2180026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B32DF24-ED52-071E-DE35-65E743F8348F}"/>
              </a:ext>
            </a:extLst>
          </p:cNvPr>
          <p:cNvCxnSpPr/>
          <p:nvPr/>
        </p:nvCxnSpPr>
        <p:spPr>
          <a:xfrm flipH="1">
            <a:off x="6293655" y="1734186"/>
            <a:ext cx="16771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3BA32B5B-9A08-C169-43BF-EF4FD77838E7}"/>
              </a:ext>
            </a:extLst>
          </p:cNvPr>
          <p:cNvSpPr/>
          <p:nvPr/>
        </p:nvSpPr>
        <p:spPr>
          <a:xfrm>
            <a:off x="4953297" y="637305"/>
            <a:ext cx="7002643" cy="24843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2F6171-53FD-48DA-A26E-39C9105C4CED}"/>
              </a:ext>
            </a:extLst>
          </p:cNvPr>
          <p:cNvSpPr txBox="1"/>
          <p:nvPr/>
        </p:nvSpPr>
        <p:spPr>
          <a:xfrm>
            <a:off x="4926389" y="615406"/>
            <a:ext cx="525064" cy="349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4AE175D-970E-2987-718C-C4946C97247F}"/>
              </a:ext>
            </a:extLst>
          </p:cNvPr>
          <p:cNvSpPr txBox="1"/>
          <p:nvPr/>
        </p:nvSpPr>
        <p:spPr>
          <a:xfrm>
            <a:off x="4044731" y="573193"/>
            <a:ext cx="566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VPC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BF72C35-7FF7-9D77-405C-8E00462BD8D2}"/>
              </a:ext>
            </a:extLst>
          </p:cNvPr>
          <p:cNvGrpSpPr/>
          <p:nvPr/>
        </p:nvGrpSpPr>
        <p:grpSpPr>
          <a:xfrm>
            <a:off x="3168150" y="3103664"/>
            <a:ext cx="893685" cy="908829"/>
            <a:chOff x="949425" y="1821829"/>
            <a:chExt cx="958211" cy="961657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02F18D02-388F-C9E8-833B-4B4379552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45650" y="1821829"/>
              <a:ext cx="365760" cy="365760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E18AB1F-10B9-0AE0-F5E8-31BFB70B7514}"/>
                </a:ext>
              </a:extLst>
            </p:cNvPr>
            <p:cNvSpPr txBox="1"/>
            <p:nvPr/>
          </p:nvSpPr>
          <p:spPr>
            <a:xfrm>
              <a:off x="949425" y="2198711"/>
              <a:ext cx="95821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Internet</a:t>
              </a:r>
            </a:p>
            <a:p>
              <a:pPr algn="ctr"/>
              <a:r>
                <a:rPr lang="en-US" sz="1600" dirty="0"/>
                <a:t>Gateway</a:t>
              </a:r>
            </a:p>
          </p:txBody>
        </p:sp>
      </p:grp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D10B845A-8618-417D-BE95-BEC91B5CD36C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4710222" y="1812276"/>
            <a:ext cx="3718497" cy="744874"/>
          </a:xfrm>
          <a:prstGeom prst="bentConnector3">
            <a:avLst>
              <a:gd name="adj1" fmla="val 11331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C924785D-E809-E46E-5EDE-2A687FFBE1CD}"/>
              </a:ext>
            </a:extLst>
          </p:cNvPr>
          <p:cNvCxnSpPr>
            <a:cxnSpLocks/>
            <a:stCxn id="66" idx="1"/>
            <a:endCxn id="40" idx="0"/>
          </p:cNvCxnSpPr>
          <p:nvPr/>
        </p:nvCxnSpPr>
        <p:spPr>
          <a:xfrm rot="10800000" flipV="1">
            <a:off x="4181583" y="1734186"/>
            <a:ext cx="1770942" cy="25833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DF2BF82D-25F4-21A0-6A88-0B75DD374724}"/>
              </a:ext>
            </a:extLst>
          </p:cNvPr>
          <p:cNvCxnSpPr>
            <a:stCxn id="40" idx="1"/>
            <a:endCxn id="87" idx="3"/>
          </p:cNvCxnSpPr>
          <p:nvPr/>
        </p:nvCxnSpPr>
        <p:spPr>
          <a:xfrm rot="10800000">
            <a:off x="3785558" y="3276498"/>
            <a:ext cx="225461" cy="121384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AE6D04E2-4F6B-BF2B-1870-6DDA79115FEC}"/>
              </a:ext>
            </a:extLst>
          </p:cNvPr>
          <p:cNvCxnSpPr>
            <a:cxnSpLocks/>
            <a:stCxn id="87" idx="0"/>
            <a:endCxn id="39" idx="1"/>
          </p:cNvCxnSpPr>
          <p:nvPr/>
        </p:nvCxnSpPr>
        <p:spPr>
          <a:xfrm rot="5400000" flipH="1" flipV="1">
            <a:off x="3718785" y="2453357"/>
            <a:ext cx="546514" cy="754100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88A5024-1746-9184-933A-58CE7072CEA6}"/>
              </a:ext>
            </a:extLst>
          </p:cNvPr>
          <p:cNvGrpSpPr/>
          <p:nvPr/>
        </p:nvGrpSpPr>
        <p:grpSpPr>
          <a:xfrm>
            <a:off x="1953087" y="3663297"/>
            <a:ext cx="1109811" cy="874614"/>
            <a:chOff x="537750" y="2320109"/>
            <a:chExt cx="1189941" cy="925454"/>
          </a:xfrm>
        </p:grpSpPr>
        <p:pic>
          <p:nvPicPr>
            <p:cNvPr id="111" name="Picture 110" descr="A white line on a purple background&#10;&#10;AI-generated content may be incorrect.">
              <a:extLst>
                <a:ext uri="{FF2B5EF4-FFF2-40B4-BE49-F238E27FC236}">
                  <a16:creationId xmlns:a16="http://schemas.microsoft.com/office/drawing/2014/main" id="{61DF8357-48E0-C22D-3DA0-AEC557BF0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58400" y="2320109"/>
              <a:ext cx="548640" cy="548640"/>
            </a:xfrm>
            <a:prstGeom prst="rect">
              <a:avLst/>
            </a:prstGeom>
          </p:spPr>
        </p:pic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B8E8291-2011-033B-9E28-A4CABEFAA51D}"/>
                </a:ext>
              </a:extLst>
            </p:cNvPr>
            <p:cNvSpPr txBox="1"/>
            <p:nvPr/>
          </p:nvSpPr>
          <p:spPr>
            <a:xfrm>
              <a:off x="537750" y="2907009"/>
              <a:ext cx="11899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CloudFront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A594E5B-BE94-FC01-5DD4-6ED4E947644B}"/>
              </a:ext>
            </a:extLst>
          </p:cNvPr>
          <p:cNvGrpSpPr/>
          <p:nvPr/>
        </p:nvGrpSpPr>
        <p:grpSpPr>
          <a:xfrm>
            <a:off x="2061239" y="5058671"/>
            <a:ext cx="893506" cy="1066531"/>
            <a:chOff x="366825" y="5200532"/>
            <a:chExt cx="958019" cy="1128526"/>
          </a:xfrm>
        </p:grpSpPr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6852624A-D60D-000F-051D-69C8530B1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71514" y="5200532"/>
              <a:ext cx="548640" cy="548640"/>
            </a:xfrm>
            <a:prstGeom prst="rect">
              <a:avLst/>
            </a:prstGeom>
          </p:spPr>
        </p:pic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7E0CDE3-264B-AA59-B6E6-78F2A0EE37AE}"/>
                </a:ext>
              </a:extLst>
            </p:cNvPr>
            <p:cNvSpPr txBox="1"/>
            <p:nvPr/>
          </p:nvSpPr>
          <p:spPr>
            <a:xfrm>
              <a:off x="366825" y="5744283"/>
              <a:ext cx="9580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Edge</a:t>
              </a:r>
            </a:p>
            <a:p>
              <a:pPr algn="ctr"/>
              <a:r>
                <a:rPr lang="en-US" sz="1600" dirty="0"/>
                <a:t>Location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70B4002-C2EC-834C-E130-BFC70D5F5DA9}"/>
              </a:ext>
            </a:extLst>
          </p:cNvPr>
          <p:cNvGrpSpPr/>
          <p:nvPr/>
        </p:nvGrpSpPr>
        <p:grpSpPr>
          <a:xfrm>
            <a:off x="2144275" y="2216697"/>
            <a:ext cx="727435" cy="852889"/>
            <a:chOff x="752555" y="1370781"/>
            <a:chExt cx="779957" cy="902466"/>
          </a:xfrm>
        </p:grpSpPr>
        <p:pic>
          <p:nvPicPr>
            <p:cNvPr id="110" name="Picture 109" descr="A white outline of a shield with a number on it&#10;&#10;AI-generated content may be incorrect.">
              <a:extLst>
                <a:ext uri="{FF2B5EF4-FFF2-40B4-BE49-F238E27FC236}">
                  <a16:creationId xmlns:a16="http://schemas.microsoft.com/office/drawing/2014/main" id="{FD78A035-AF16-FC1D-7CFB-38BBCE855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45835" y="1370781"/>
              <a:ext cx="548640" cy="548640"/>
            </a:xfrm>
            <a:prstGeom prst="rect">
              <a:avLst/>
            </a:prstGeom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2FBED3C-3991-F5F4-09D2-322E3A87A4A5}"/>
                </a:ext>
              </a:extLst>
            </p:cNvPr>
            <p:cNvSpPr txBox="1"/>
            <p:nvPr/>
          </p:nvSpPr>
          <p:spPr>
            <a:xfrm>
              <a:off x="752555" y="1934693"/>
              <a:ext cx="779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Router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1A03B11-5BBF-FECB-8DA0-F2E9B76DF470}"/>
              </a:ext>
            </a:extLst>
          </p:cNvPr>
          <p:cNvGrpSpPr/>
          <p:nvPr/>
        </p:nvGrpSpPr>
        <p:grpSpPr>
          <a:xfrm>
            <a:off x="528686" y="2216697"/>
            <a:ext cx="650111" cy="809454"/>
            <a:chOff x="357941" y="71195"/>
            <a:chExt cx="697050" cy="856506"/>
          </a:xfrm>
        </p:grpSpPr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CF04B87E-7BC7-D033-9014-E41E34B05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2146" y="71195"/>
              <a:ext cx="548640" cy="548640"/>
            </a:xfrm>
            <a:prstGeom prst="rect">
              <a:avLst/>
            </a:prstGeom>
          </p:spPr>
        </p:pic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95B87C62-F43A-0F85-A58B-4E4789F429FA}"/>
                </a:ext>
              </a:extLst>
            </p:cNvPr>
            <p:cNvSpPr txBox="1"/>
            <p:nvPr/>
          </p:nvSpPr>
          <p:spPr>
            <a:xfrm>
              <a:off x="357941" y="589147"/>
              <a:ext cx="6970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Users</a:t>
              </a: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7B2C7E2-C86B-A172-654F-1080B6A5811C}"/>
              </a:ext>
            </a:extLst>
          </p:cNvPr>
          <p:cNvGrpSpPr/>
          <p:nvPr/>
        </p:nvGrpSpPr>
        <p:grpSpPr>
          <a:xfrm>
            <a:off x="8355970" y="3207129"/>
            <a:ext cx="775098" cy="948579"/>
            <a:chOff x="7109347" y="3230280"/>
            <a:chExt cx="831061" cy="1003718"/>
          </a:xfrm>
        </p:grpSpPr>
        <p:pic>
          <p:nvPicPr>
            <p:cNvPr id="118" name="Picture 117" descr="A white arrows pointing to a square&#10;&#10;AI-generated content may be incorrect.">
              <a:extLst>
                <a:ext uri="{FF2B5EF4-FFF2-40B4-BE49-F238E27FC236}">
                  <a16:creationId xmlns:a16="http://schemas.microsoft.com/office/drawing/2014/main" id="{749A6ED0-9826-ACF2-1094-6526B90B7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296277" y="3230280"/>
              <a:ext cx="457200" cy="457200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9B67BE86-E8A1-1BF9-866D-6477A9A91BA7}"/>
                </a:ext>
              </a:extLst>
            </p:cNvPr>
            <p:cNvSpPr txBox="1"/>
            <p:nvPr/>
          </p:nvSpPr>
          <p:spPr>
            <a:xfrm>
              <a:off x="7109347" y="3649223"/>
              <a:ext cx="83106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Auto</a:t>
              </a:r>
            </a:p>
            <a:p>
              <a:pPr algn="ctr"/>
              <a:r>
                <a:rPr lang="en-US" sz="1600" dirty="0"/>
                <a:t>Scaling</a:t>
              </a:r>
            </a:p>
          </p:txBody>
        </p:sp>
      </p:grp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9959387B-B3C1-A089-C9AA-A7FD82D6A57D}"/>
              </a:ext>
            </a:extLst>
          </p:cNvPr>
          <p:cNvCxnSpPr>
            <a:cxnSpLocks/>
            <a:stCxn id="116" idx="3"/>
          </p:cNvCxnSpPr>
          <p:nvPr/>
        </p:nvCxnSpPr>
        <p:spPr>
          <a:xfrm>
            <a:off x="1109589" y="2475948"/>
            <a:ext cx="9637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F4B0E8C-F63D-55B8-0CEC-AF7AC16018C5}"/>
              </a:ext>
            </a:extLst>
          </p:cNvPr>
          <p:cNvCxnSpPr>
            <a:cxnSpLocks/>
          </p:cNvCxnSpPr>
          <p:nvPr/>
        </p:nvCxnSpPr>
        <p:spPr>
          <a:xfrm flipH="1">
            <a:off x="2507992" y="3099325"/>
            <a:ext cx="1" cy="5189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3A536A3E-6E92-2460-B219-A845825A569D}"/>
              </a:ext>
            </a:extLst>
          </p:cNvPr>
          <p:cNvCxnSpPr>
            <a:cxnSpLocks/>
          </p:cNvCxnSpPr>
          <p:nvPr/>
        </p:nvCxnSpPr>
        <p:spPr>
          <a:xfrm flipH="1">
            <a:off x="2507992" y="4520481"/>
            <a:ext cx="1" cy="5189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Elbow Connector 130">
            <a:extLst>
              <a:ext uri="{FF2B5EF4-FFF2-40B4-BE49-F238E27FC236}">
                <a16:creationId xmlns:a16="http://schemas.microsoft.com/office/drawing/2014/main" id="{BF76E8BE-1AED-52AB-2E6E-8200E13F9E71}"/>
              </a:ext>
            </a:extLst>
          </p:cNvPr>
          <p:cNvCxnSpPr>
            <a:stCxn id="112" idx="3"/>
            <a:endCxn id="87" idx="1"/>
          </p:cNvCxnSpPr>
          <p:nvPr/>
        </p:nvCxnSpPr>
        <p:spPr>
          <a:xfrm flipV="1">
            <a:off x="2763839" y="3276498"/>
            <a:ext cx="680588" cy="2041424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1086066-0524-790D-B669-3C8A1B9F0FC3}"/>
              </a:ext>
            </a:extLst>
          </p:cNvPr>
          <p:cNvSpPr/>
          <p:nvPr/>
        </p:nvSpPr>
        <p:spPr>
          <a:xfrm>
            <a:off x="7886117" y="1458774"/>
            <a:ext cx="1635172" cy="4948506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7" name="Picture 136" descr="A white line drawing of a coin with arrows&#10;&#10;AI-generated content may be incorrect.">
            <a:extLst>
              <a:ext uri="{FF2B5EF4-FFF2-40B4-BE49-F238E27FC236}">
                <a16:creationId xmlns:a16="http://schemas.microsoft.com/office/drawing/2014/main" id="{5720B6AD-2193-B918-38BE-0EF46147A45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41767" y="5133489"/>
            <a:ext cx="426412" cy="432084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2132EAEA-5C8A-6D85-DD1A-F3BA26D8A0BC}"/>
              </a:ext>
            </a:extLst>
          </p:cNvPr>
          <p:cNvSpPr txBox="1"/>
          <p:nvPr/>
        </p:nvSpPr>
        <p:spPr>
          <a:xfrm>
            <a:off x="10190891" y="5578397"/>
            <a:ext cx="923766" cy="55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RDS</a:t>
            </a:r>
          </a:p>
          <a:p>
            <a:pPr algn="ctr"/>
            <a:r>
              <a:rPr lang="en-US" sz="1600" dirty="0"/>
              <a:t>(Primary)</a:t>
            </a:r>
          </a:p>
        </p:txBody>
      </p:sp>
      <p:pic>
        <p:nvPicPr>
          <p:cNvPr id="139" name="Picture 138" descr="A white line drawing of a coin with arrows&#10;&#10;AI-generated content may be incorrect.">
            <a:extLst>
              <a:ext uri="{FF2B5EF4-FFF2-40B4-BE49-F238E27FC236}">
                <a16:creationId xmlns:a16="http://schemas.microsoft.com/office/drawing/2014/main" id="{07F3ED4F-6555-FCFC-4FE9-630979481A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14740" y="1733697"/>
            <a:ext cx="426412" cy="432084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FEB8F947-54D9-2456-E3C8-EA07618F13BF}"/>
              </a:ext>
            </a:extLst>
          </p:cNvPr>
          <p:cNvSpPr txBox="1"/>
          <p:nvPr/>
        </p:nvSpPr>
        <p:spPr>
          <a:xfrm>
            <a:off x="10144758" y="2178605"/>
            <a:ext cx="961979" cy="55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RDS</a:t>
            </a:r>
          </a:p>
          <a:p>
            <a:pPr algn="ctr"/>
            <a:r>
              <a:rPr lang="en-US" sz="1600" dirty="0"/>
              <a:t>(Standby)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A7FE8F58-0E5F-C9F7-7C7F-94C126B1819F}"/>
              </a:ext>
            </a:extLst>
          </p:cNvPr>
          <p:cNvCxnSpPr>
            <a:cxnSpLocks/>
            <a:stCxn id="140" idx="2"/>
          </p:cNvCxnSpPr>
          <p:nvPr/>
        </p:nvCxnSpPr>
        <p:spPr>
          <a:xfrm>
            <a:off x="10625748" y="2731256"/>
            <a:ext cx="0" cy="23367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61848C25-6145-3B9E-5441-62AC283CF543}"/>
              </a:ext>
            </a:extLst>
          </p:cNvPr>
          <p:cNvSpPr txBox="1"/>
          <p:nvPr/>
        </p:nvSpPr>
        <p:spPr>
          <a:xfrm>
            <a:off x="10601859" y="3401668"/>
            <a:ext cx="1388311" cy="610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Synchronous</a:t>
            </a:r>
          </a:p>
          <a:p>
            <a:pPr algn="ctr"/>
            <a:r>
              <a:rPr lang="en-US" dirty="0"/>
              <a:t>replica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0FE8880C-7D7B-A8A0-B76E-03C134F111AD}"/>
              </a:ext>
            </a:extLst>
          </p:cNvPr>
          <p:cNvCxnSpPr/>
          <p:nvPr/>
        </p:nvCxnSpPr>
        <p:spPr>
          <a:xfrm>
            <a:off x="9494890" y="5465814"/>
            <a:ext cx="9468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Elbow Connector 153">
            <a:extLst>
              <a:ext uri="{FF2B5EF4-FFF2-40B4-BE49-F238E27FC236}">
                <a16:creationId xmlns:a16="http://schemas.microsoft.com/office/drawing/2014/main" id="{750A77D3-9C73-FA36-E571-9B9EF9D63FF2}"/>
              </a:ext>
            </a:extLst>
          </p:cNvPr>
          <p:cNvCxnSpPr>
            <a:stCxn id="74" idx="3"/>
            <a:endCxn id="137" idx="1"/>
          </p:cNvCxnSpPr>
          <p:nvPr/>
        </p:nvCxnSpPr>
        <p:spPr>
          <a:xfrm>
            <a:off x="9467862" y="2164491"/>
            <a:ext cx="973905" cy="318504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4A6D31A-95E7-2C6D-1EA9-B6EDC8449931}"/>
              </a:ext>
            </a:extLst>
          </p:cNvPr>
          <p:cNvSpPr txBox="1"/>
          <p:nvPr/>
        </p:nvSpPr>
        <p:spPr>
          <a:xfrm>
            <a:off x="0" y="8944"/>
            <a:ext cx="5348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HSV Dashboard App, architecture, ver2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58C9E5-7364-DBC6-FF74-31E6A25C622B}"/>
              </a:ext>
            </a:extLst>
          </p:cNvPr>
          <p:cNvSpPr/>
          <p:nvPr/>
        </p:nvSpPr>
        <p:spPr>
          <a:xfrm>
            <a:off x="1747193" y="453678"/>
            <a:ext cx="10444808" cy="638032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F3672-82DA-AFB3-ED3B-E27925F14D12}"/>
              </a:ext>
            </a:extLst>
          </p:cNvPr>
          <p:cNvSpPr txBox="1"/>
          <p:nvPr/>
        </p:nvSpPr>
        <p:spPr>
          <a:xfrm>
            <a:off x="2104307" y="484455"/>
            <a:ext cx="12503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Region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D7DD380-704F-2FDC-1BF0-B1AE78DEFC4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76088" y="477342"/>
            <a:ext cx="341130" cy="345667"/>
          </a:xfrm>
          <a:prstGeom prst="rect">
            <a:avLst/>
          </a:prstGeom>
        </p:spPr>
      </p:pic>
      <p:pic>
        <p:nvPicPr>
          <p:cNvPr id="44" name="Picture 43" descr="A white outline of a cloud and a shield on a purple background&#10;&#10;AI-generated content may be incorrect.">
            <a:extLst>
              <a:ext uri="{FF2B5EF4-FFF2-40B4-BE49-F238E27FC236}">
                <a16:creationId xmlns:a16="http://schemas.microsoft.com/office/drawing/2014/main" id="{E1A4FB9F-507C-CE68-5EDF-607970DEA4C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64672" y="552173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54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6AD251-9F37-9F74-1ED5-8365AD2ABA14}"/>
              </a:ext>
            </a:extLst>
          </p:cNvPr>
          <p:cNvSpPr txBox="1"/>
          <p:nvPr/>
        </p:nvSpPr>
        <p:spPr>
          <a:xfrm>
            <a:off x="0" y="9058"/>
            <a:ext cx="5348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HSV Dashboard App, architecture, ver3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78AE275-4622-A40C-390A-F2877A5ED388}"/>
              </a:ext>
            </a:extLst>
          </p:cNvPr>
          <p:cNvSpPr txBox="1"/>
          <p:nvPr/>
        </p:nvSpPr>
        <p:spPr>
          <a:xfrm>
            <a:off x="6007060" y="4556228"/>
            <a:ext cx="530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ALB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41397D-BC2B-F301-CD70-62CDD4904618}"/>
              </a:ext>
            </a:extLst>
          </p:cNvPr>
          <p:cNvGrpSpPr/>
          <p:nvPr/>
        </p:nvGrpSpPr>
        <p:grpSpPr>
          <a:xfrm>
            <a:off x="4459602" y="2664341"/>
            <a:ext cx="727435" cy="659195"/>
            <a:chOff x="5625087" y="3111993"/>
            <a:chExt cx="779957" cy="697513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2D9B3FFA-EF26-5F24-C56D-8CA0EF53A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32185" y="3111993"/>
              <a:ext cx="365760" cy="365760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740AF05-4CD0-CD99-BF0A-AC51BAD55ECE}"/>
                </a:ext>
              </a:extLst>
            </p:cNvPr>
            <p:cNvSpPr txBox="1"/>
            <p:nvPr/>
          </p:nvSpPr>
          <p:spPr>
            <a:xfrm>
              <a:off x="5625087" y="3470952"/>
              <a:ext cx="779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Router</a:t>
              </a:r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A8541341-7C74-BE7C-DF29-65BC8EC484AD}"/>
              </a:ext>
            </a:extLst>
          </p:cNvPr>
          <p:cNvSpPr/>
          <p:nvPr/>
        </p:nvSpPr>
        <p:spPr>
          <a:xfrm>
            <a:off x="4185933" y="805034"/>
            <a:ext cx="7726796" cy="569856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5FC83D76-89C3-6E4D-D906-5E7309B7A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393" y="1191958"/>
            <a:ext cx="341130" cy="345667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ECCE40EF-4BA8-68B0-292F-3B76E57D14BA}"/>
              </a:ext>
            </a:extLst>
          </p:cNvPr>
          <p:cNvSpPr/>
          <p:nvPr/>
        </p:nvSpPr>
        <p:spPr>
          <a:xfrm>
            <a:off x="5312170" y="1196106"/>
            <a:ext cx="1936379" cy="5192097"/>
          </a:xfrm>
          <a:prstGeom prst="rect">
            <a:avLst/>
          </a:prstGeom>
          <a:solidFill>
            <a:srgbClr val="7AA116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07EE3B-D1DD-7FFB-AA82-409379EFECA1}"/>
              </a:ext>
            </a:extLst>
          </p:cNvPr>
          <p:cNvSpPr txBox="1"/>
          <p:nvPr/>
        </p:nvSpPr>
        <p:spPr>
          <a:xfrm>
            <a:off x="5625286" y="1197916"/>
            <a:ext cx="1317625" cy="3199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Public Subnet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6816EE8A-78CD-B100-6D2F-5642FE051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0349" y="1191959"/>
            <a:ext cx="341130" cy="345667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DE3C7016-6EA1-7D56-AA87-53F518D822AF}"/>
              </a:ext>
            </a:extLst>
          </p:cNvPr>
          <p:cNvSpPr/>
          <p:nvPr/>
        </p:nvSpPr>
        <p:spPr>
          <a:xfrm>
            <a:off x="7481516" y="1202990"/>
            <a:ext cx="1966490" cy="5185213"/>
          </a:xfrm>
          <a:prstGeom prst="rect">
            <a:avLst/>
          </a:prstGeom>
          <a:solidFill>
            <a:srgbClr val="46B1E1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C82FF2-260E-E89F-984E-543A266A6585}"/>
              </a:ext>
            </a:extLst>
          </p:cNvPr>
          <p:cNvSpPr txBox="1"/>
          <p:nvPr/>
        </p:nvSpPr>
        <p:spPr>
          <a:xfrm>
            <a:off x="7858693" y="1197917"/>
            <a:ext cx="1367618" cy="3199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Private Subnet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D528C2A5-243D-2133-202D-BCFDD2452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55" y="1897540"/>
            <a:ext cx="502920" cy="509608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9F0F967E-6D80-7FAD-E3A3-763F0A239052}"/>
              </a:ext>
            </a:extLst>
          </p:cNvPr>
          <p:cNvSpPr txBox="1"/>
          <p:nvPr/>
        </p:nvSpPr>
        <p:spPr>
          <a:xfrm>
            <a:off x="5820833" y="2437301"/>
            <a:ext cx="9582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NAT </a:t>
            </a:r>
          </a:p>
          <a:p>
            <a:pPr algn="ctr"/>
            <a:r>
              <a:rPr lang="en-US" sz="1600" dirty="0"/>
              <a:t>Gateway</a:t>
            </a:r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8EC285A-E090-7B98-E0B3-95E78D258828}"/>
              </a:ext>
            </a:extLst>
          </p:cNvPr>
          <p:cNvSpPr/>
          <p:nvPr/>
        </p:nvSpPr>
        <p:spPr>
          <a:xfrm>
            <a:off x="5280675" y="1161817"/>
            <a:ext cx="2011680" cy="5226388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7A9A39A-D638-2C02-43A0-C9CE4E7E8F97}"/>
              </a:ext>
            </a:extLst>
          </p:cNvPr>
          <p:cNvSpPr/>
          <p:nvPr/>
        </p:nvSpPr>
        <p:spPr>
          <a:xfrm>
            <a:off x="7465558" y="1161816"/>
            <a:ext cx="2011680" cy="5232345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FC41F0-1C58-270D-4BBD-98ABD1DCE80A}"/>
              </a:ext>
            </a:extLst>
          </p:cNvPr>
          <p:cNvSpPr txBox="1"/>
          <p:nvPr/>
        </p:nvSpPr>
        <p:spPr>
          <a:xfrm>
            <a:off x="4540678" y="806832"/>
            <a:ext cx="566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VPC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FABE48-34AC-12B3-5625-90E15AAFDD12}"/>
              </a:ext>
            </a:extLst>
          </p:cNvPr>
          <p:cNvGrpSpPr/>
          <p:nvPr/>
        </p:nvGrpSpPr>
        <p:grpSpPr>
          <a:xfrm>
            <a:off x="3741639" y="3474435"/>
            <a:ext cx="893685" cy="908829"/>
            <a:chOff x="949425" y="1821829"/>
            <a:chExt cx="958211" cy="961657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8C8DC616-3164-8B2C-4419-F3BBE91FB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45650" y="1821829"/>
              <a:ext cx="365760" cy="36576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669D326-5111-0ECC-66A1-72F1D050AEDC}"/>
                </a:ext>
              </a:extLst>
            </p:cNvPr>
            <p:cNvSpPr txBox="1"/>
            <p:nvPr/>
          </p:nvSpPr>
          <p:spPr>
            <a:xfrm>
              <a:off x="949425" y="2198711"/>
              <a:ext cx="95821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Internet</a:t>
              </a:r>
            </a:p>
            <a:p>
              <a:pPr algn="ctr"/>
              <a:r>
                <a:rPr lang="en-US" sz="1600" dirty="0"/>
                <a:t>Gateway</a:t>
              </a:r>
            </a:p>
          </p:txBody>
        </p:sp>
      </p:grp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901BA4F8-26F2-986C-7DA7-8D32CE2C2DD1}"/>
              </a:ext>
            </a:extLst>
          </p:cNvPr>
          <p:cNvCxnSpPr>
            <a:cxnSpLocks/>
            <a:stCxn id="79" idx="1"/>
            <a:endCxn id="87" idx="0"/>
          </p:cNvCxnSpPr>
          <p:nvPr/>
        </p:nvCxnSpPr>
        <p:spPr>
          <a:xfrm rot="10800000" flipV="1">
            <a:off x="4823319" y="2152343"/>
            <a:ext cx="1211736" cy="5119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3F54E8D7-68BD-24E6-C185-1D51420093CF}"/>
              </a:ext>
            </a:extLst>
          </p:cNvPr>
          <p:cNvCxnSpPr>
            <a:cxnSpLocks/>
            <a:stCxn id="87" idx="1"/>
            <a:endCxn id="67" idx="0"/>
          </p:cNvCxnSpPr>
          <p:nvPr/>
        </p:nvCxnSpPr>
        <p:spPr>
          <a:xfrm rot="10800000" flipV="1">
            <a:off x="4188482" y="2837175"/>
            <a:ext cx="464273" cy="6372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733AA1D9-9415-40E6-8ABD-E4DE34381525}"/>
              </a:ext>
            </a:extLst>
          </p:cNvPr>
          <p:cNvCxnSpPr>
            <a:cxnSpLocks/>
            <a:stCxn id="67" idx="3"/>
            <a:endCxn id="113" idx="1"/>
          </p:cNvCxnSpPr>
          <p:nvPr/>
        </p:nvCxnSpPr>
        <p:spPr>
          <a:xfrm>
            <a:off x="4359046" y="3647269"/>
            <a:ext cx="1676009" cy="622608"/>
          </a:xfrm>
          <a:prstGeom prst="bentConnector3">
            <a:avLst>
              <a:gd name="adj1" fmla="val 30581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C770932-B49B-C571-B0C0-8314B59187AD}"/>
              </a:ext>
            </a:extLst>
          </p:cNvPr>
          <p:cNvGrpSpPr/>
          <p:nvPr/>
        </p:nvGrpSpPr>
        <p:grpSpPr>
          <a:xfrm>
            <a:off x="2431640" y="3753674"/>
            <a:ext cx="1109811" cy="874614"/>
            <a:chOff x="537750" y="2320109"/>
            <a:chExt cx="1189941" cy="925454"/>
          </a:xfrm>
        </p:grpSpPr>
        <p:pic>
          <p:nvPicPr>
            <p:cNvPr id="65" name="Picture 64" descr="A white line on a purple background&#10;&#10;AI-generated content may be incorrect.">
              <a:extLst>
                <a:ext uri="{FF2B5EF4-FFF2-40B4-BE49-F238E27FC236}">
                  <a16:creationId xmlns:a16="http://schemas.microsoft.com/office/drawing/2014/main" id="{3DC8F7B3-3EE0-6B00-C579-92D82495A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8400" y="2320109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17FDE66-63C1-8180-4F50-AF03DD7AFFC0}"/>
                </a:ext>
              </a:extLst>
            </p:cNvPr>
            <p:cNvSpPr txBox="1"/>
            <p:nvPr/>
          </p:nvSpPr>
          <p:spPr>
            <a:xfrm>
              <a:off x="537750" y="2907009"/>
              <a:ext cx="11899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CloudFront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FE29FA-8A29-E58F-9427-F0C953803493}"/>
              </a:ext>
            </a:extLst>
          </p:cNvPr>
          <p:cNvGrpSpPr/>
          <p:nvPr/>
        </p:nvGrpSpPr>
        <p:grpSpPr>
          <a:xfrm>
            <a:off x="2539792" y="5147276"/>
            <a:ext cx="893506" cy="1066531"/>
            <a:chOff x="366825" y="5200532"/>
            <a:chExt cx="958019" cy="1128526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81CAF641-F9C5-821E-9195-F039DBDCB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71514" y="5200532"/>
              <a:ext cx="548640" cy="54864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B3DF27A-CB7D-F96F-A973-F870D3BB57B4}"/>
                </a:ext>
              </a:extLst>
            </p:cNvPr>
            <p:cNvSpPr txBox="1"/>
            <p:nvPr/>
          </p:nvSpPr>
          <p:spPr>
            <a:xfrm>
              <a:off x="366825" y="5744283"/>
              <a:ext cx="9580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Edge</a:t>
              </a:r>
            </a:p>
            <a:p>
              <a:pPr algn="ctr"/>
              <a:r>
                <a:rPr lang="en-US" sz="1600" dirty="0"/>
                <a:t>Location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9167F9E-D3D8-28F9-36A1-77FE5944A472}"/>
              </a:ext>
            </a:extLst>
          </p:cNvPr>
          <p:cNvGrpSpPr/>
          <p:nvPr/>
        </p:nvGrpSpPr>
        <p:grpSpPr>
          <a:xfrm>
            <a:off x="2622828" y="2381797"/>
            <a:ext cx="727435" cy="852889"/>
            <a:chOff x="752555" y="1370781"/>
            <a:chExt cx="779957" cy="902466"/>
          </a:xfrm>
        </p:grpSpPr>
        <p:pic>
          <p:nvPicPr>
            <p:cNvPr id="61" name="Picture 60" descr="A white outline of a shield with a number on it&#10;&#10;AI-generated content may be incorrect.">
              <a:extLst>
                <a:ext uri="{FF2B5EF4-FFF2-40B4-BE49-F238E27FC236}">
                  <a16:creationId xmlns:a16="http://schemas.microsoft.com/office/drawing/2014/main" id="{BA494EB4-747F-77E8-C4B4-2F16BA3DD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45835" y="1370781"/>
              <a:ext cx="548640" cy="54864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1277263-C2D8-4E02-2EE8-2B478916477B}"/>
                </a:ext>
              </a:extLst>
            </p:cNvPr>
            <p:cNvSpPr txBox="1"/>
            <p:nvPr/>
          </p:nvSpPr>
          <p:spPr>
            <a:xfrm>
              <a:off x="752555" y="1934693"/>
              <a:ext cx="779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Router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C4C8174-978C-2FFC-D767-71435B3DC1F7}"/>
              </a:ext>
            </a:extLst>
          </p:cNvPr>
          <p:cNvGrpSpPr/>
          <p:nvPr/>
        </p:nvGrpSpPr>
        <p:grpSpPr>
          <a:xfrm>
            <a:off x="1147697" y="2381797"/>
            <a:ext cx="650111" cy="809454"/>
            <a:chOff x="357941" y="71195"/>
            <a:chExt cx="697050" cy="856506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3BADC8AE-E218-6D73-87CD-F48581C2A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2146" y="71195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A39646F-C486-BA94-1C2B-58EFED20BC16}"/>
                </a:ext>
              </a:extLst>
            </p:cNvPr>
            <p:cNvSpPr txBox="1"/>
            <p:nvPr/>
          </p:nvSpPr>
          <p:spPr>
            <a:xfrm>
              <a:off x="357941" y="589147"/>
              <a:ext cx="6970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Users</a:t>
              </a: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8DF819F-437E-6304-8E90-783CB8EB5E45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1797808" y="2641047"/>
            <a:ext cx="9120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D01E8F4-2003-3EA4-86B0-F177D4B1C393}"/>
              </a:ext>
            </a:extLst>
          </p:cNvPr>
          <p:cNvCxnSpPr>
            <a:cxnSpLocks/>
          </p:cNvCxnSpPr>
          <p:nvPr/>
        </p:nvCxnSpPr>
        <p:spPr>
          <a:xfrm flipH="1">
            <a:off x="2986545" y="3234686"/>
            <a:ext cx="1" cy="5189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2AB2942-6DEC-3860-51B5-AEE33B43498D}"/>
              </a:ext>
            </a:extLst>
          </p:cNvPr>
          <p:cNvCxnSpPr>
            <a:cxnSpLocks/>
          </p:cNvCxnSpPr>
          <p:nvPr/>
        </p:nvCxnSpPr>
        <p:spPr>
          <a:xfrm flipH="1">
            <a:off x="2986545" y="4628288"/>
            <a:ext cx="1" cy="5189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3DA703CC-14DA-2ECB-DC0B-79430362BAF1}"/>
              </a:ext>
            </a:extLst>
          </p:cNvPr>
          <p:cNvCxnSpPr>
            <a:stCxn id="63" idx="3"/>
            <a:endCxn id="67" idx="1"/>
          </p:cNvCxnSpPr>
          <p:nvPr/>
        </p:nvCxnSpPr>
        <p:spPr>
          <a:xfrm flipV="1">
            <a:off x="3242392" y="3647269"/>
            <a:ext cx="775524" cy="175925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6D0AD5D4-E8AD-D78A-6B45-DF2E07D674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6228" y="739801"/>
            <a:ext cx="341130" cy="345667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A446835A-FAAE-7AF0-C134-2D2F425181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5055" y="4018417"/>
            <a:ext cx="502920" cy="50292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113AD002-FC29-BB80-04DE-ACFDBE572E9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9938" y="5165289"/>
            <a:ext cx="502920" cy="502920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1C7A646F-93D5-4348-99EB-5CA666AFCA2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9938" y="1884399"/>
            <a:ext cx="502920" cy="502920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267E35A0-3AA5-1522-FD6A-62412B1B5173}"/>
              </a:ext>
            </a:extLst>
          </p:cNvPr>
          <p:cNvSpPr txBox="1"/>
          <p:nvPr/>
        </p:nvSpPr>
        <p:spPr>
          <a:xfrm>
            <a:off x="7865933" y="2437301"/>
            <a:ext cx="1224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S3 Gateway</a:t>
            </a:r>
          </a:p>
          <a:p>
            <a:pPr algn="ctr"/>
            <a:r>
              <a:rPr lang="en-US" sz="1600" dirty="0"/>
              <a:t>Endpoint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BD5A1D2-E2CE-77BF-14C0-3933656C7C8C}"/>
              </a:ext>
            </a:extLst>
          </p:cNvPr>
          <p:cNvSpPr txBox="1"/>
          <p:nvPr/>
        </p:nvSpPr>
        <p:spPr>
          <a:xfrm>
            <a:off x="8216515" y="5703100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ENI</a:t>
            </a:r>
          </a:p>
        </p:txBody>
      </p:sp>
      <p:pic>
        <p:nvPicPr>
          <p:cNvPr id="122" name="Content Placeholder 5" descr="A white line on a green background&#10;&#10;AI-generated content may be incorrect.">
            <a:extLst>
              <a:ext uri="{FF2B5EF4-FFF2-40B4-BE49-F238E27FC236}">
                <a16:creationId xmlns:a16="http://schemas.microsoft.com/office/drawing/2014/main" id="{D0544B30-9FED-95DF-4E17-55B52C67D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6"/>
          <a:stretch>
            <a:fillRect/>
          </a:stretch>
        </p:blipFill>
        <p:spPr>
          <a:xfrm>
            <a:off x="9842599" y="1884399"/>
            <a:ext cx="508000" cy="508000"/>
          </a:xfrm>
        </p:spPr>
      </p:pic>
      <p:pic>
        <p:nvPicPr>
          <p:cNvPr id="123" name="Picture 122" descr="A white line drawing of a padlock&#10;&#10;AI-generated content may be incorrect.">
            <a:extLst>
              <a:ext uri="{FF2B5EF4-FFF2-40B4-BE49-F238E27FC236}">
                <a16:creationId xmlns:a16="http://schemas.microsoft.com/office/drawing/2014/main" id="{19017F8F-C1E1-76A7-C10C-CBD0E284632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66405" y="1887216"/>
            <a:ext cx="508000" cy="508000"/>
          </a:xfrm>
          <a:prstGeom prst="rect">
            <a:avLst/>
          </a:prstGeom>
        </p:spPr>
      </p:pic>
      <p:pic>
        <p:nvPicPr>
          <p:cNvPr id="124" name="Picture 123" descr="A white line on an orange background&#10;&#10;AI-generated content may be incorrect.">
            <a:extLst>
              <a:ext uri="{FF2B5EF4-FFF2-40B4-BE49-F238E27FC236}">
                <a16:creationId xmlns:a16="http://schemas.microsoft.com/office/drawing/2014/main" id="{3C1A1EED-219E-0F5B-48B7-E44CC61CA78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38535" y="2951242"/>
            <a:ext cx="512064" cy="512064"/>
          </a:xfrm>
          <a:prstGeom prst="rect">
            <a:avLst/>
          </a:prstGeom>
        </p:spPr>
      </p:pic>
      <p:pic>
        <p:nvPicPr>
          <p:cNvPr id="125" name="Picture 124" descr="A white outline of a cloud and a magnifying glass&#10;&#10;AI-generated content may be incorrect.">
            <a:extLst>
              <a:ext uri="{FF2B5EF4-FFF2-40B4-BE49-F238E27FC236}">
                <a16:creationId xmlns:a16="http://schemas.microsoft.com/office/drawing/2014/main" id="{E4F8F465-D16B-36F9-FF17-3BE36F1FAE7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67983" y="2938630"/>
            <a:ext cx="508000" cy="508000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2F1859E3-7CBD-7D51-34C9-AFA60566AC88}"/>
              </a:ext>
            </a:extLst>
          </p:cNvPr>
          <p:cNvSpPr txBox="1"/>
          <p:nvPr/>
        </p:nvSpPr>
        <p:spPr>
          <a:xfrm>
            <a:off x="9892056" y="2399681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42F8C36-AD15-3D12-4EDA-C4B960F833BD}"/>
              </a:ext>
            </a:extLst>
          </p:cNvPr>
          <p:cNvSpPr txBox="1"/>
          <p:nvPr/>
        </p:nvSpPr>
        <p:spPr>
          <a:xfrm>
            <a:off x="10960558" y="2399681"/>
            <a:ext cx="519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IAM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24983F3-8743-4567-95C5-02DEDE51160A}"/>
              </a:ext>
            </a:extLst>
          </p:cNvPr>
          <p:cNvSpPr txBox="1"/>
          <p:nvPr/>
        </p:nvSpPr>
        <p:spPr>
          <a:xfrm>
            <a:off x="10575876" y="3478002"/>
            <a:ext cx="1292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CloudWatch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D541ADC-1285-3F75-6E3B-A750B6DB3AA6}"/>
              </a:ext>
            </a:extLst>
          </p:cNvPr>
          <p:cNvSpPr txBox="1"/>
          <p:nvPr/>
        </p:nvSpPr>
        <p:spPr>
          <a:xfrm>
            <a:off x="9824591" y="3478002"/>
            <a:ext cx="564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ECR</a:t>
            </a:r>
          </a:p>
        </p:txBody>
      </p:sp>
      <p:pic>
        <p:nvPicPr>
          <p:cNvPr id="130" name="Picture 129" descr="A white outline of a cube and a circle on an orange background&#10;&#10;AI-generated content may be incorrect.">
            <a:extLst>
              <a:ext uri="{FF2B5EF4-FFF2-40B4-BE49-F238E27FC236}">
                <a16:creationId xmlns:a16="http://schemas.microsoft.com/office/drawing/2014/main" id="{23D87933-D214-3B9F-368C-663B1C66D2F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95991" y="4043165"/>
            <a:ext cx="457200" cy="457200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4054C4C-D4C5-D504-E284-834ADF48A8B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71301" y="5487009"/>
            <a:ext cx="457200" cy="457200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07F5C7D0-5558-3AFC-FFFE-8643E00D786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71301" y="4510223"/>
            <a:ext cx="457200" cy="457200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B4BD9E81-B375-3537-91E5-05F40CFC19E9}"/>
              </a:ext>
            </a:extLst>
          </p:cNvPr>
          <p:cNvSpPr txBox="1"/>
          <p:nvPr/>
        </p:nvSpPr>
        <p:spPr>
          <a:xfrm>
            <a:off x="10089871" y="4094889"/>
            <a:ext cx="129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</a:t>
            </a:r>
            <a:r>
              <a:rPr lang="en-US" sz="1600" dirty="0" err="1"/>
              <a:t>Fargate</a:t>
            </a:r>
            <a:endParaRPr lang="en-US" sz="16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038C7E9-3D26-53D9-5426-42F31AE7DC69}"/>
              </a:ext>
            </a:extLst>
          </p:cNvPr>
          <p:cNvSpPr txBox="1"/>
          <p:nvPr/>
        </p:nvSpPr>
        <p:spPr>
          <a:xfrm>
            <a:off x="10719642" y="4897749"/>
            <a:ext cx="960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IAM Role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3F8D934-B071-25FF-19C7-BFAEBD07FCEC}"/>
              </a:ext>
            </a:extLst>
          </p:cNvPr>
          <p:cNvSpPr txBox="1"/>
          <p:nvPr/>
        </p:nvSpPr>
        <p:spPr>
          <a:xfrm>
            <a:off x="10585310" y="5897733"/>
            <a:ext cx="1229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Autoscaling</a:t>
            </a:r>
          </a:p>
        </p:txBody>
      </p:sp>
      <p:pic>
        <p:nvPicPr>
          <p:cNvPr id="136" name="Picture 135" descr="A white outline of a cloud and a shield on a purple background&#10;&#10;AI-generated content may be incorrect.">
            <a:extLst>
              <a:ext uri="{FF2B5EF4-FFF2-40B4-BE49-F238E27FC236}">
                <a16:creationId xmlns:a16="http://schemas.microsoft.com/office/drawing/2014/main" id="{9B015644-1888-7559-B5A8-6E27A26897A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11842" y="823488"/>
            <a:ext cx="338328" cy="338328"/>
          </a:xfrm>
          <a:prstGeom prst="rect">
            <a:avLst/>
          </a:prstGeom>
        </p:spPr>
      </p:pic>
      <p:sp>
        <p:nvSpPr>
          <p:cNvPr id="137" name="Rectangle 136">
            <a:extLst>
              <a:ext uri="{FF2B5EF4-FFF2-40B4-BE49-F238E27FC236}">
                <a16:creationId xmlns:a16="http://schemas.microsoft.com/office/drawing/2014/main" id="{8639DE16-A19D-582E-4D33-85D54EBE5200}"/>
              </a:ext>
            </a:extLst>
          </p:cNvPr>
          <p:cNvSpPr/>
          <p:nvPr/>
        </p:nvSpPr>
        <p:spPr>
          <a:xfrm>
            <a:off x="9557821" y="4005474"/>
            <a:ext cx="2256672" cy="2382732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FF295E1-516D-3429-3EA7-45BED93675E1}"/>
              </a:ext>
            </a:extLst>
          </p:cNvPr>
          <p:cNvSpPr txBox="1"/>
          <p:nvPr/>
        </p:nvSpPr>
        <p:spPr>
          <a:xfrm>
            <a:off x="9699666" y="5523873"/>
            <a:ext cx="671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Tasks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F05A6D6E-4698-E335-5C71-99775F41685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94052" y="4942257"/>
            <a:ext cx="502920" cy="502920"/>
          </a:xfrm>
          <a:prstGeom prst="rect">
            <a:avLst/>
          </a:prstGeom>
        </p:spPr>
      </p:pic>
      <p:sp>
        <p:nvSpPr>
          <p:cNvPr id="141" name="Rectangle 140">
            <a:extLst>
              <a:ext uri="{FF2B5EF4-FFF2-40B4-BE49-F238E27FC236}">
                <a16:creationId xmlns:a16="http://schemas.microsoft.com/office/drawing/2014/main" id="{81734D1B-8304-461D-DCE5-1446B6E27C6E}"/>
              </a:ext>
            </a:extLst>
          </p:cNvPr>
          <p:cNvSpPr/>
          <p:nvPr/>
        </p:nvSpPr>
        <p:spPr>
          <a:xfrm>
            <a:off x="7716872" y="4779587"/>
            <a:ext cx="1524381" cy="14567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6B13A80-FAC6-EEA3-1873-DF6903C657A8}"/>
              </a:ext>
            </a:extLst>
          </p:cNvPr>
          <p:cNvSpPr txBox="1"/>
          <p:nvPr/>
        </p:nvSpPr>
        <p:spPr>
          <a:xfrm>
            <a:off x="7737673" y="4798146"/>
            <a:ext cx="1505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Security Group</a:t>
            </a:r>
          </a:p>
        </p:txBody>
      </p: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00FFC354-B0D6-840D-AE7F-A2AB1A49D4C9}"/>
              </a:ext>
            </a:extLst>
          </p:cNvPr>
          <p:cNvCxnSpPr>
            <a:cxnSpLocks/>
            <a:stCxn id="90" idx="2"/>
            <a:endCxn id="114" idx="1"/>
          </p:cNvCxnSpPr>
          <p:nvPr/>
        </p:nvCxnSpPr>
        <p:spPr>
          <a:xfrm rot="16200000" flipH="1">
            <a:off x="6985245" y="4182055"/>
            <a:ext cx="521967" cy="19474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D447AF2D-83B4-92D0-5D4B-98A8E49571C8}"/>
              </a:ext>
            </a:extLst>
          </p:cNvPr>
          <p:cNvCxnSpPr>
            <a:cxnSpLocks/>
            <a:stCxn id="114" idx="3"/>
          </p:cNvCxnSpPr>
          <p:nvPr/>
        </p:nvCxnSpPr>
        <p:spPr>
          <a:xfrm>
            <a:off x="8722858" y="5416749"/>
            <a:ext cx="11156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AC9AFD8-8B40-62C0-780C-CD52B2655D32}"/>
              </a:ext>
            </a:extLst>
          </p:cNvPr>
          <p:cNvCxnSpPr>
            <a:stCxn id="114" idx="0"/>
            <a:endCxn id="116" idx="2"/>
          </p:cNvCxnSpPr>
          <p:nvPr/>
        </p:nvCxnSpPr>
        <p:spPr>
          <a:xfrm flipV="1">
            <a:off x="8471398" y="3022076"/>
            <a:ext cx="6690" cy="2143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63DD1E18-E3B2-1336-4EEA-15526F92F76A}"/>
              </a:ext>
            </a:extLst>
          </p:cNvPr>
          <p:cNvCxnSpPr>
            <a:stCxn id="114" idx="0"/>
          </p:cNvCxnSpPr>
          <p:nvPr/>
        </p:nvCxnSpPr>
        <p:spPr>
          <a:xfrm flipV="1">
            <a:off x="8471398" y="5159359"/>
            <a:ext cx="1367137" cy="59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29CF1058-3827-EA28-C838-D2E7564C0471}"/>
              </a:ext>
            </a:extLst>
          </p:cNvPr>
          <p:cNvCxnSpPr>
            <a:stCxn id="115" idx="3"/>
            <a:endCxn id="122" idx="1"/>
          </p:cNvCxnSpPr>
          <p:nvPr/>
        </p:nvCxnSpPr>
        <p:spPr>
          <a:xfrm>
            <a:off x="8722858" y="2135859"/>
            <a:ext cx="1119741" cy="25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0C58DF48-D668-1A51-622B-FBA07F6C0195}"/>
              </a:ext>
            </a:extLst>
          </p:cNvPr>
          <p:cNvSpPr/>
          <p:nvPr/>
        </p:nvSpPr>
        <p:spPr>
          <a:xfrm>
            <a:off x="2476281" y="716137"/>
            <a:ext cx="9534850" cy="588795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D37BF8E-B613-56DB-58CF-3ECD1CBF24A2}"/>
              </a:ext>
            </a:extLst>
          </p:cNvPr>
          <p:cNvSpPr txBox="1"/>
          <p:nvPr/>
        </p:nvSpPr>
        <p:spPr>
          <a:xfrm>
            <a:off x="2832697" y="761347"/>
            <a:ext cx="12503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Region</a:t>
            </a:r>
          </a:p>
        </p:txBody>
      </p:sp>
    </p:spTree>
    <p:extLst>
      <p:ext uri="{BB962C8B-B14F-4D97-AF65-F5344CB8AC3E}">
        <p14:creationId xmlns:p14="http://schemas.microsoft.com/office/powerpoint/2010/main" val="3004455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110</Words>
  <Application>Microsoft Macintosh PowerPoint</Application>
  <PresentationFormat>Widescreen</PresentationFormat>
  <Paragraphs>76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Hou, Joe</dc:creator>
  <cp:lastModifiedBy>Hou, Joe</cp:lastModifiedBy>
  <cp:revision>17</cp:revision>
  <dcterms:created xsi:type="dcterms:W3CDTF">2025-01-21T16:21:32Z</dcterms:created>
  <dcterms:modified xsi:type="dcterms:W3CDTF">2025-04-19T03:01:23Z</dcterms:modified>
</cp:coreProperties>
</file>